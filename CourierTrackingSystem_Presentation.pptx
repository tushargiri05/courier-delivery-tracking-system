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36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RUNGTA INTERNATIONAL SKILLS UNIVERSITY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Courier Delivery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System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Core Java &amp; OOP Concepts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56432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20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Giri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041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RU-25-11541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3456432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520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83280" y="3749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B-tech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(ai/ml) in association with IBM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4041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3456432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520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0" y="3749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Santanu Sasmal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4041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SME &amp; Expert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2025-26  •  B.Tech CSE (AI &amp; ML) in association with IBM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INTRODUCTION &amp;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7043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Java application that simulates real-world courier services, allowing users to track parcel status using a unique Tracking ID. Demonstrates OOP principles including encapsulation, classes, objects, and methods.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Manage Parcels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523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store parcel records with unique tracking IDs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23317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Track Status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7523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 → In Transit → Out for Delivery → Delivered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Apply OOP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9867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objects, encapsulation &amp; methods in Core Java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35661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Reduce Manual 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9867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status lookup and reduce manual tracking effort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Scope: Suitable for small courier systems; future scope includes DB integration, GUI &amp; real-time tracking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&amp; OOP CONCEPTS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444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Parcel Objects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6642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parcel assigned a unique Tracking 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" y="1847088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365760" y="211226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12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1122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Default Status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initialized as 'Dispatched'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" y="2514600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365760" y="277977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79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7797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ArrayList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29992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parcels managed in a collection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" y="3182112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365760" y="344728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447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Tracking ID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36667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menu-driven interaction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" y="3849624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365760" y="411480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Display / Error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43342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found → show status; else → error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0" y="1005840"/>
            <a:ext cx="3749040" cy="4023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1097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Concepts Applied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166360" y="1536192"/>
            <a:ext cx="34290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157276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1801368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Parcel, TrackingSystem classes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66360" y="2176272"/>
            <a:ext cx="34290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221284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2441448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 + getter/setter methods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66360" y="2816352"/>
            <a:ext cx="34290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285292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3081528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Collections to store parcels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66360" y="3456432"/>
            <a:ext cx="34290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349300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3721608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addParcel(), trackParcel(), updateStatus()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66360" y="4096512"/>
            <a:ext cx="34290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413308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4361688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I/O via Scanner class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709160"/>
            <a:ext cx="4297680" cy="320040"/>
          </a:xfrm>
          <a:prstGeom prst="roundRect">
            <a:avLst>
              <a:gd name="adj" fmla="val 20000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3659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Requirements: 4GB RAM  •  Java JDK  •  VS Code / Eclipse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257800" cy="3840480"/>
          </a:xfrm>
          <a:prstGeom prst="roundRect">
            <a:avLst>
              <a:gd name="adj" fmla="val 3571"/>
            </a:avLst>
          </a:prstGeom>
          <a:solidFill>
            <a:srgbClr val="1E1E1E"/>
          </a:solidFill>
          <a:ln/>
          <a:effectLst>
            <a:outerShdw blurRad="1778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8872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188720"/>
            <a:ext cx="164592" cy="16459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118872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1612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Courier Tracking System =====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696212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Parcel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911096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Track Parcel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125980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Update Status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340864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Exit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555748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770632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985516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Tracking ID: OMG-8675309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200400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Sender:  Tushar Giri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415284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Status:  Dispatched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630168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 added successfully!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845052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4059936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Parcel Details ---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274820"/>
            <a:ext cx="4983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OUT FOR DELIVERY ✔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52160" y="1051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06440" y="1508760"/>
            <a:ext cx="3017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Add Parcel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parcels with sender &amp; receiver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06440" y="2350008"/>
            <a:ext cx="3017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0" y="24140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Track Parcel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2670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unique Tracking 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06440" y="3191256"/>
            <a:ext cx="3017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0" y="32552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Update Status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5112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status as parcel moves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06440" y="4032504"/>
            <a:ext cx="3017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0" y="4096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Error Handling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43525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ID shows helpful message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ENHANCEMENTS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system can be evolved into a full-scale tracking platform: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03120" y="1536192"/>
            <a:ext cx="822960" cy="2286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5361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15361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Integration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1901952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MySQL / PostgreSQL for persistent storage, multi-user access, and advanced query support.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10912" y="1536192"/>
            <a:ext cx="822960" cy="2286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5361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37560" y="15361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GUI with JavaFX / Swing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37560" y="1901952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console interface with a modern graphical UI for better user experience and accessibility.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35624" y="14630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18704" y="1536192"/>
            <a:ext cx="822960" cy="228600"/>
          </a:xfrm>
          <a:prstGeom prst="roundRect">
            <a:avLst>
              <a:gd name="adj" fmla="val 24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18704" y="15361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45352" y="15361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Online Tracking System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45352" y="1901952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portal using Spring Boot and RESTful APIs so customers can track parcels from any browser.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90672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103120" y="3163824"/>
            <a:ext cx="822960" cy="228600"/>
          </a:xfrm>
          <a:prstGeom prst="roundRect">
            <a:avLst>
              <a:gd name="adj" fmla="val 24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316382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" y="31638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Application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" y="3529584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 app with push notifications and live map tracking for delivery agents and customers.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3090672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10912" y="3163824"/>
            <a:ext cx="822960" cy="228600"/>
          </a:xfrm>
          <a:prstGeom prst="roundRect">
            <a:avLst>
              <a:gd name="adj" fmla="val 24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16382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31638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Real-Time Updates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37560" y="3529584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live status push and GPS integration for real-time location tracking of deliveries.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3090672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18704" y="3163824"/>
            <a:ext cx="822960" cy="228600"/>
          </a:xfrm>
          <a:prstGeom prst="roundRect">
            <a:avLst>
              <a:gd name="adj" fmla="val 24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18704" y="316382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45352" y="31638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 &amp; Security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45352" y="3529584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login, role-based access (Admin/Customer/Agent) with JWT-secured endpoints.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87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Delivery Tracking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Giri  |  RU-25-11541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  •  Session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Mr. Santanu Sasmal, IBM SME &amp; Expert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448056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4480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with Java  •  RU-100-01-00012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568</Words>
  <Application>Microsoft Office PowerPoint</Application>
  <PresentationFormat>On-screen Show (16:9)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Courier Delivery Tracking System</dc:title>
  <dc:subject>PptxGenJS Presentation</dc:subject>
  <dc:creator>Tushar Giri</dc:creator>
  <cp:lastModifiedBy>Tushar Giri</cp:lastModifiedBy>
  <cp:revision>2</cp:revision>
  <dcterms:created xsi:type="dcterms:W3CDTF">2026-06-10T17:40:37Z</dcterms:created>
  <dcterms:modified xsi:type="dcterms:W3CDTF">2026-06-10T17:53:44Z</dcterms:modified>
</cp:coreProperties>
</file>